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hyperlink" Target="https://www.aymingacademy.com/learn/signin" TargetMode="External"/><Relationship Id="rId4" Type="http://schemas.openxmlformats.org/officeDocument/2006/relationships/hyperlink" Target="mailto:jencarnacion@ayming.com?subject=Ecosyst%C3%A8me%20Digital%20Ayming%20-%20Question%20%2F%20Feedback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mailto:jencarnacion@ayming.com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471378" y="3949055"/>
            <a:ext cx="1005755" cy="1619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8649376" y="3949055"/>
            <a:ext cx="2112115" cy="3751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5209300" y="4262330"/>
            <a:ext cx="1773093" cy="18097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