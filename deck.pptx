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aymingacademy.com/learn/signin" TargetMode="External"/><Relationship Id="rId4" Type="http://schemas.openxmlformats.org/officeDocument/2006/relationships/hyperlink" Target="mailto:jencarnacion@ayming.com?subject=Ecosyst%C3%A8me%20Digital%20Ayming%20-%20Question%20%2F%20Feedback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mailto:jencarnacion@ayming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057152" y="4033545"/>
            <a:ext cx="1120698" cy="18042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8941208" y="4033545"/>
            <a:ext cx="2353500" cy="4180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5209300" y="4262330"/>
            <a:ext cx="1773093" cy="180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